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Omni Mart Project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Modern B2B Wholesale Marketplace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Premium global wholesale platform connecting buyers &amp; sellers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Role-based access: Buyers, Sellers, Admins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Dynamic tiered bulk pricing models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Secure edge-deployed infrastructure
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Architecture &amp;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Frontend: React 18, Vite, Tailwind CSS, Framer Motion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Backend: Supabase (Auth, PostgreSQL, Storage, Edge Functions)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CI/CD: GitHub Actions for automated deployment workflows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Typing: Strict TypeScript &amp; ESLint standards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Automated bulk pricing engine with MOQ logic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Real-time cart state and checkout flow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Multi-image cloud upload for seller stores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Production-ready, 0-error type safety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2026-04-23T05:34:48Z</dcterms:created>
  <dcterms:modified xsi:type="dcterms:W3CDTF">2026-04-23T05:34:48Z</dcterms:modified>
</cp:coreProperties>
</file>